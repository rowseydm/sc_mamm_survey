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6"/>
  </p:normalViewPr>
  <p:slideViewPr>
    <p:cSldViewPr snapToGrid="0">
      <p:cViewPr>
        <p:scale>
          <a:sx n="133" d="100"/>
          <a:sy n="133" d="100"/>
        </p:scale>
        <p:origin x="320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5F58-DCA4-8B4F-A25F-25360CEF0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90959-76AB-5ADC-D1D2-ABFA801F0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2A109-3053-0219-8854-525CC038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61B3-DFD3-9142-AAF6-E60A47E57D5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F8157-C5B5-31E8-CFB0-CC5D57B25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AEA47-C257-5CE5-9A45-EB25626C7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5BDC-2C09-2F41-857C-F5CF2492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C3EB-13E4-D5CC-C769-6760C6A47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AF85C-2349-B908-7581-A3F5101F9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28011-7018-0200-A546-DFE9BB43B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61B3-DFD3-9142-AAF6-E60A47E57D5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DD049-1F35-0D8A-327E-9CF57419B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A6EFE-2F8B-EC81-CAEB-E5046E371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5BDC-2C09-2F41-857C-F5CF2492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2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5243-CF16-EF22-FE8F-E1975512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88845-7EF7-14D9-75E7-308774C8F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70AEF-81C1-A064-2A39-A3A411A26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61B3-DFD3-9142-AAF6-E60A47E57D5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37432-7683-8F87-F361-8BE5662B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0AC5C-B8C2-CA02-C1C9-C1114A02E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5BDC-2C09-2F41-857C-F5CF2492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4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B031-3A85-D59D-E903-1E84D911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703F3-A2C3-8B6D-9031-8C91DCC834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41771-7D8F-EA27-CBEE-E8B2CAD8B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32391-3738-B8B9-1B8A-063814AD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61B3-DFD3-9142-AAF6-E60A47E57D57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CA927-BAF1-E1FE-6CE4-4F9DD2D26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496E4-B2F0-1911-A2B1-F02D01794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5BDC-2C09-2F41-857C-F5CF2492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3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78ED-AB64-3E24-F9BA-E4BDC6E7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ADC3F-4BC2-CE74-9574-1FFABAE78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E77B2-F006-12BB-9130-4DBE197AE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1F5121-6A15-7571-6DFF-244E5E729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FF2A37-E5E9-581A-BF48-7F065D439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7E8B18-CA57-2169-7B5C-CA7F0849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61B3-DFD3-9142-AAF6-E60A47E57D57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18CA1B-2F3E-C2E1-3370-71A5ED83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8A68AB-56DB-1EE2-6026-95DD40A9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5BDC-2C09-2F41-857C-F5CF2492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69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52D62-20E4-D82B-5778-C884C7D9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0EFE-0BD8-5411-B435-DCA00F5A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61B3-DFD3-9142-AAF6-E60A47E57D57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9BF28-288E-FB09-CE4B-81496F980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E709F-795D-C10A-3823-8757B4B3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5BDC-2C09-2F41-857C-F5CF2492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3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04B57E-F45A-29B5-53C7-1406E6FD5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61B3-DFD3-9142-AAF6-E60A47E57D57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6491D-028F-1D1F-4460-18AA8158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60382-AAF2-E8AD-A90A-10F4CADC1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5BDC-2C09-2F41-857C-F5CF2492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8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8B2C7-4358-329B-D125-C923A7E6A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B9ED5-4425-17FF-B24A-87C3E7D80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DF34-E1D2-4955-B565-515DC83AB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6254-09C9-2251-6C4F-45CFEC3F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61B3-DFD3-9142-AAF6-E60A47E57D57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50CA2-94F8-8909-4258-3FA5C4B2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9AA9F-A851-A22E-5D47-83D5B03D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5BDC-2C09-2F41-857C-F5CF2492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71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0A61-7D17-8442-7737-C5D72F2EC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47282-251C-2ABE-8215-7D0C4DC88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A72DF-86A9-0AB4-A086-F455110EA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63BCB-3C07-63C0-91DF-768D2A7D8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61B3-DFD3-9142-AAF6-E60A47E57D57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E7560-74C9-4B4F-6F16-88928F60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12B01-F9BB-E594-C5B9-B3F2ED80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5BDC-2C09-2F41-857C-F5CF2492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0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ED208-13E4-EA76-2974-1B4CB7CB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543CE-43BC-7B5A-75EF-B6D33C0B6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17C7A-B313-6212-D63A-9781AFDF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61B3-DFD3-9142-AAF6-E60A47E57D5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8817-C51B-CACD-9EE7-1C678F0CA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7EF85-3FD1-71F3-53DB-CD57A39C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5BDC-2C09-2F41-857C-F5CF2492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78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D1FF0B-24FE-E5B7-3FA1-D970E9346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4357B-17E0-3EE2-A17E-3059862B0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8407D-64FD-421D-F693-087E76F2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61B3-DFD3-9142-AAF6-E60A47E57D5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2D298-7FDD-6B5A-0F76-5668485C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9A162-E71D-93F1-5879-B152D155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5BDC-2C09-2F41-857C-F5CF2492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3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ADAC75-59F1-ADEC-301D-91B65C35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30932-2E7F-FECB-C7A6-F051BD48B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4A327-5D77-B65D-B81C-D90F1F881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C61B3-DFD3-9142-AAF6-E60A47E57D57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AC0D0-3AB6-1A55-AD0C-D0C672257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77A5B-DB9A-9724-C853-AA820D3A2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55BDC-2C09-2F41-857C-F5CF24928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29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5061836-5C73-CB12-21FA-C1C70594B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094" y="927100"/>
            <a:ext cx="4363652" cy="436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F5F3CFD-F263-4FDA-84EB-A2B532B7E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746" y="927099"/>
            <a:ext cx="6236104" cy="463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9EB64F-677F-6FEA-73DD-DC5AD39CEB3D}"/>
              </a:ext>
            </a:extLst>
          </p:cNvPr>
          <p:cNvSpPr txBox="1"/>
          <p:nvPr/>
        </p:nvSpPr>
        <p:spPr>
          <a:xfrm>
            <a:off x="1610628" y="1122477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234381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Upham</dc:creator>
  <cp:lastModifiedBy>Nathan Upham</cp:lastModifiedBy>
  <cp:revision>2</cp:revision>
  <dcterms:created xsi:type="dcterms:W3CDTF">2026-03-09T18:43:55Z</dcterms:created>
  <dcterms:modified xsi:type="dcterms:W3CDTF">2026-03-09T18:47:34Z</dcterms:modified>
</cp:coreProperties>
</file>